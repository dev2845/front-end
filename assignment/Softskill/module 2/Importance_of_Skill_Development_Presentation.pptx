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8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5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3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0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7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5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6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6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1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9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7443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2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427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91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97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27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Importance of Skill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Professional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Skill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process of improving abilities, knowledge, and competencies for personal and professional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Skill Development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employability, increases productivity, improves confidence, and supports career advancement.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Skills, Soft Skills, Communication Skills, Leadership Skills, and Digital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academic performance, improved problem-solving, internship opportunities, and career readiness.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growth, higher salary potential, adaptability to change, and stronger workplace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learning platforms, certifications, AI tools, and digital training make learning accessible.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lack of time, resources, guidance. Solutions: continuous learning plans and mentorship.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Skill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Lifelong learning, AI literacy, data skills, creativity, and adaptability will be essential.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 development is the key to success, employability, and continuous growth in a competitive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</TotalTime>
  <Words>180</Words>
  <Application>Microsoft Office PowerPoint</Application>
  <PresentationFormat>On-screen Show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Slice</vt:lpstr>
      <vt:lpstr>Importance of Skill Development</vt:lpstr>
      <vt:lpstr>What is Skill Development?</vt:lpstr>
      <vt:lpstr>Why Skill Development Matters</vt:lpstr>
      <vt:lpstr>Types of Skills</vt:lpstr>
      <vt:lpstr>Benefits for Students</vt:lpstr>
      <vt:lpstr>Benefits for Professionals</vt:lpstr>
      <vt:lpstr>Role of Technology</vt:lpstr>
      <vt:lpstr>Challenges and Solutions</vt:lpstr>
      <vt:lpstr>Future of Skill Development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 trivedi</cp:lastModifiedBy>
  <cp:revision>2</cp:revision>
  <dcterms:created xsi:type="dcterms:W3CDTF">2013-01-27T09:14:16Z</dcterms:created>
  <dcterms:modified xsi:type="dcterms:W3CDTF">2026-06-10T03:22:16Z</dcterms:modified>
  <cp:category/>
</cp:coreProperties>
</file>